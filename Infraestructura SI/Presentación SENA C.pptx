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as</a:t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6e3dfd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6e3dfd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22a23285a_0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22a23285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22a23285a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22a23285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22a23285a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722a23285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22a23285a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22a23285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22a23285a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22a23285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722a23285a_0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722a23285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ortada">
  <p:cSld name="Portada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03049" y="3192122"/>
            <a:ext cx="4740900" cy="36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22943" l="10519" r="14501" t="17754"/>
          <a:stretch/>
        </p:blipFill>
        <p:spPr>
          <a:xfrm>
            <a:off x="0" y="-1"/>
            <a:ext cx="9270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12" y="4525925"/>
            <a:ext cx="2319300" cy="14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0327" y="3357565"/>
            <a:ext cx="2486100" cy="10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ítulo y objetos">
  <p:cSld name="1_Título y objeto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62" name="Google Shape;62;p14"/>
          <p:cNvSpPr/>
          <p:nvPr/>
        </p:nvSpPr>
        <p:spPr>
          <a:xfrm rot="-803382">
            <a:off x="-2292164" y="-163191"/>
            <a:ext cx="11941808" cy="160854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 rot="-358621">
            <a:off x="-1002994" y="180907"/>
            <a:ext cx="10630993" cy="131665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-968311" y="198126"/>
            <a:ext cx="10631100" cy="1425900"/>
          </a:xfrm>
          <a:prstGeom prst="rect">
            <a:avLst/>
          </a:prstGeom>
          <a:solidFill>
            <a:srgbClr val="0099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ormación">
  <p:cSld name="Formació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2015\_MG_1747.JPG" id="66" name="Google Shape;6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5"/>
          <p:cNvGrpSpPr/>
          <p:nvPr/>
        </p:nvGrpSpPr>
        <p:grpSpPr>
          <a:xfrm>
            <a:off x="0" y="0"/>
            <a:ext cx="9144151" cy="6858000"/>
            <a:chOff x="0" y="0"/>
            <a:chExt cx="9144151" cy="6858000"/>
          </a:xfrm>
        </p:grpSpPr>
        <p:sp>
          <p:nvSpPr>
            <p:cNvPr id="68" name="Google Shape;68;p15"/>
            <p:cNvSpPr/>
            <p:nvPr/>
          </p:nvSpPr>
          <p:spPr>
            <a:xfrm>
              <a:off x="590551" y="4808482"/>
              <a:ext cx="8553600" cy="1592400"/>
            </a:xfrm>
            <a:prstGeom prst="rect">
              <a:avLst/>
            </a:prstGeom>
            <a:solidFill>
              <a:srgbClr val="080808">
                <a:alpha val="38820"/>
              </a:srgbClr>
            </a:soli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" name="Google Shape;69;p15"/>
            <p:cNvPicPr preferRelativeResize="0"/>
            <p:nvPr/>
          </p:nvPicPr>
          <p:blipFill rotWithShape="1">
            <a:blip r:embed="rId3">
              <a:alphaModFix/>
            </a:blip>
            <a:srcRect b="14558" l="50000" r="-4531" t="14565"/>
            <a:stretch/>
          </p:blipFill>
          <p:spPr>
            <a:xfrm>
              <a:off x="0" y="0"/>
              <a:ext cx="32091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5"/>
            <p:cNvPicPr preferRelativeResize="0"/>
            <p:nvPr/>
          </p:nvPicPr>
          <p:blipFill rotWithShape="1">
            <a:blip r:embed="rId4">
              <a:alphaModFix/>
            </a:blip>
            <a:srcRect b="0" l="0" r="17369" t="14310"/>
            <a:stretch/>
          </p:blipFill>
          <p:spPr>
            <a:xfrm>
              <a:off x="6788150" y="0"/>
              <a:ext cx="2355900" cy="640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61325" y="2782887"/>
              <a:ext cx="573000" cy="550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objetos">
  <p:cSld name="Título y objeto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0" name="Google Shape;80;p16"/>
          <p:cNvSpPr/>
          <p:nvPr/>
        </p:nvSpPr>
        <p:spPr>
          <a:xfrm rot="-803382">
            <a:off x="-2292164" y="-163191"/>
            <a:ext cx="11941808" cy="1608549"/>
          </a:xfrm>
          <a:prstGeom prst="rect">
            <a:avLst/>
          </a:prstGeom>
          <a:solidFill>
            <a:srgbClr val="0099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 rot="-358621">
            <a:off x="-1002994" y="180907"/>
            <a:ext cx="10630993" cy="131665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-968311" y="198126"/>
            <a:ext cx="10631100" cy="14259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mpleo">
  <p:cSld name="Empleo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grpSp>
        <p:nvGrpSpPr>
          <p:cNvPr id="87" name="Google Shape;87;p17"/>
          <p:cNvGrpSpPr/>
          <p:nvPr/>
        </p:nvGrpSpPr>
        <p:grpSpPr>
          <a:xfrm>
            <a:off x="-495300" y="-1270341"/>
            <a:ext cx="10277988" cy="9017606"/>
            <a:chOff x="-495300" y="-1270341"/>
            <a:chExt cx="10277988" cy="9017606"/>
          </a:xfrm>
        </p:grpSpPr>
        <p:pic>
          <p:nvPicPr>
            <p:cNvPr descr="D:\Fotos\Empleo\10 Final_22.jpg" id="88" name="Google Shape;88;p17"/>
            <p:cNvPicPr preferRelativeResize="0"/>
            <p:nvPr/>
          </p:nvPicPr>
          <p:blipFill rotWithShape="1">
            <a:blip r:embed="rId2">
              <a:alphaModFix/>
            </a:blip>
            <a:srcRect b="-10827" l="0" r="0" t="0"/>
            <a:stretch/>
          </p:blipFill>
          <p:spPr>
            <a:xfrm>
              <a:off x="0" y="-611035"/>
              <a:ext cx="9144000" cy="835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7"/>
            <p:cNvSpPr/>
            <p:nvPr/>
          </p:nvSpPr>
          <p:spPr>
            <a:xfrm>
              <a:off x="-495300" y="137072"/>
              <a:ext cx="9639300" cy="1756800"/>
            </a:xfrm>
            <a:prstGeom prst="rect">
              <a:avLst/>
            </a:prstGeom>
            <a:solidFill>
              <a:srgbClr val="080808">
                <a:alpha val="38820"/>
              </a:srgbClr>
            </a:solidFill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7"/>
            <p:cNvSpPr txBox="1"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1397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1" name="Google Shape;91;p17"/>
            <p:cNvPicPr preferRelativeResize="0"/>
            <p:nvPr/>
          </p:nvPicPr>
          <p:blipFill rotWithShape="1">
            <a:blip r:embed="rId3">
              <a:alphaModFix/>
            </a:blip>
            <a:srcRect b="14697" l="46766" r="0" t="0"/>
            <a:stretch/>
          </p:blipFill>
          <p:spPr>
            <a:xfrm>
              <a:off x="-1" y="-1270341"/>
              <a:ext cx="3137100" cy="8254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86588" y="-1091939"/>
              <a:ext cx="2996100" cy="78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57812" y="2627565"/>
              <a:ext cx="817200" cy="81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mprendimiento">
  <p:cSld name="Emprendimiento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descr="D:\Fotos\Fondo Emprender\emprendedores\_MG_4258.jpg" id="98" name="Google Shape;9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1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970893" y="4319752"/>
            <a:ext cx="9639300" cy="1702800"/>
          </a:xfrm>
          <a:prstGeom prst="rect">
            <a:avLst/>
          </a:prstGeom>
          <a:solidFill>
            <a:srgbClr val="080808">
              <a:alpha val="3882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17498" l="50002" r="-3745" t="11630"/>
          <a:stretch/>
        </p:blipFill>
        <p:spPr>
          <a:xfrm>
            <a:off x="1" y="0"/>
            <a:ext cx="3286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0185" y="-307500"/>
            <a:ext cx="2361300" cy="61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9987" y="1859884"/>
            <a:ext cx="706800" cy="6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programadornovato.com/05-crear-un-contenedor-docker/" TargetMode="External"/><Relationship Id="rId4" Type="http://schemas.openxmlformats.org/officeDocument/2006/relationships/hyperlink" Target="https://www.programadornovato.com/06-docker-instalar-mysql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220023" y="149449"/>
            <a:ext cx="56649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Font typeface="Calibri"/>
              <a:buNone/>
            </a:pPr>
            <a:r>
              <a:rPr lang="es-CO" sz="3000">
                <a:latin typeface="Impact"/>
                <a:ea typeface="Impact"/>
                <a:cs typeface="Impact"/>
                <a:sym typeface="Impact"/>
              </a:rPr>
              <a:t>¿Como crear un contenedor Docker?(Añadiendo App Mysql)</a:t>
            </a:r>
            <a:endParaRPr sz="30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494950" y="1203600"/>
            <a:ext cx="4664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>
                <a:solidFill>
                  <a:srgbClr val="FF0000"/>
                </a:solidFill>
              </a:rPr>
              <a:t>Para sistemas operativos LINUX</a:t>
            </a:r>
            <a:endParaRPr b="1" i="1">
              <a:solidFill>
                <a:srgbClr val="FF0000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3560650" y="4952300"/>
            <a:ext cx="5278200" cy="15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474021" y="12"/>
            <a:ext cx="56649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</a:pPr>
            <a:r>
              <a:rPr b="1" lang="es-CO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474037" y="565070"/>
            <a:ext cx="7391400" cy="1172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3467284" y="2559695"/>
            <a:ext cx="5503295" cy="3935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Font typeface="Arial"/>
              <a:buNone/>
            </a:pPr>
            <a:r>
              <a:rPr lang="es-CO" sz="1800">
                <a:solidFill>
                  <a:schemeClr val="dk1"/>
                </a:solidFill>
              </a:rPr>
              <a:t>En este momento vamos a instalar nuestro contenedor de tipo Ubuntu (linux), en el cual vamos a poder instalar programas y hacer todo lo que se pueda hacer en Ubuntu con esto, independientemente del tipo de </a:t>
            </a:r>
            <a:r>
              <a:rPr lang="es-CO" sz="1800">
                <a:solidFill>
                  <a:schemeClr val="dk1"/>
                </a:solidFill>
              </a:rPr>
              <a:t>máquina que</a:t>
            </a:r>
            <a:r>
              <a:rPr lang="es-CO" sz="1800">
                <a:solidFill>
                  <a:schemeClr val="dk1"/>
                </a:solidFill>
              </a:rPr>
              <a:t> tengamos Windows, Linux o Mac; especialmente trabajaremos sobre una </a:t>
            </a:r>
            <a:r>
              <a:rPr lang="es-CO" sz="1800">
                <a:solidFill>
                  <a:schemeClr val="dk1"/>
                </a:solidFill>
              </a:rPr>
              <a:t>distribución</a:t>
            </a:r>
            <a:r>
              <a:rPr lang="es-CO" sz="1800">
                <a:solidFill>
                  <a:schemeClr val="dk1"/>
                </a:solidFill>
              </a:rPr>
              <a:t> linux en este caso. </a:t>
            </a:r>
            <a:endParaRPr sz="1800">
              <a:solidFill>
                <a:srgbClr val="3F3F3F"/>
              </a:solidFill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992" y="2559695"/>
            <a:ext cx="1973249" cy="2759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/>
        </p:nvSpPr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 txBox="1"/>
          <p:nvPr>
            <p:ph idx="4294967295" type="title"/>
          </p:nvPr>
        </p:nvSpPr>
        <p:spPr>
          <a:xfrm>
            <a:off x="3584575" y="4808538"/>
            <a:ext cx="5559425" cy="1592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</a:pPr>
            <a:r>
              <a:rPr b="1" lang="es-CO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PROCEDIMIENTO</a:t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616475" y="2194050"/>
            <a:ext cx="80364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Para instalar el contenedor de Ubuntu debemos descargar nuestra imagen de ubuntu, podemos buscar </a:t>
            </a:r>
            <a:r>
              <a:rPr lang="es-CO" sz="1800"/>
              <a:t>imágenes disponibles en “DOCKER HUB” utilizándolo así: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cod: </a:t>
            </a:r>
            <a:r>
              <a:rPr lang="es-CO" sz="1800"/>
              <a:t>sudo docker search </a:t>
            </a:r>
            <a:r>
              <a:rPr lang="es-CO" sz="1800">
                <a:solidFill>
                  <a:srgbClr val="FF0000"/>
                </a:solidFill>
              </a:rPr>
              <a:t>ubuntu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Donde:</a:t>
            </a:r>
            <a:br>
              <a:rPr lang="es-CO" sz="1800"/>
            </a:b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rgbClr val="FF0000"/>
                </a:solidFill>
              </a:rPr>
              <a:t>ubuntu: </a:t>
            </a:r>
            <a:r>
              <a:rPr i="1" lang="es-CO" sz="1800"/>
              <a:t>es el nombre de la imagen a buscar.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 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lo que hará que nos muestre algo como lo siguiente.</a:t>
            </a:r>
            <a:endParaRPr i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616475" y="2194050"/>
            <a:ext cx="80364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/>
        </p:nvSpPr>
        <p:spPr>
          <a:xfrm>
            <a:off x="616475" y="2194050"/>
            <a:ext cx="80364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sp>
        <p:nvSpPr>
          <p:cNvPr id="141" name="Google Shape;141;p24"/>
          <p:cNvSpPr txBox="1"/>
          <p:nvPr/>
        </p:nvSpPr>
        <p:spPr>
          <a:xfrm>
            <a:off x="476425" y="188050"/>
            <a:ext cx="8425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>
                <a:solidFill>
                  <a:srgbClr val="F3F3F3"/>
                </a:solidFill>
              </a:rPr>
              <a:t>Ahora descargamos </a:t>
            </a:r>
            <a:r>
              <a:rPr lang="es-CO" sz="3000">
                <a:solidFill>
                  <a:srgbClr val="F3F3F3"/>
                </a:solidFill>
              </a:rPr>
              <a:t>ubuntu</a:t>
            </a:r>
            <a:r>
              <a:rPr lang="es-CO" sz="3000">
                <a:solidFill>
                  <a:srgbClr val="F3F3F3"/>
                </a:solidFill>
              </a:rPr>
              <a:t> asi:</a:t>
            </a:r>
            <a:endParaRPr sz="18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>
                <a:solidFill>
                  <a:srgbClr val="F3F3F3"/>
                </a:solidFill>
              </a:rPr>
              <a:t>cod: </a:t>
            </a:r>
            <a:r>
              <a:rPr lang="es-CO" sz="1800">
                <a:solidFill>
                  <a:srgbClr val="F3F3F3"/>
                </a:solidFill>
              </a:rPr>
              <a:t>sudo docker pull ubuntu</a:t>
            </a:r>
            <a:endParaRPr sz="18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rgbClr val="F3F3F3"/>
                </a:solidFill>
              </a:rPr>
              <a:t>nos </a:t>
            </a:r>
            <a:r>
              <a:rPr lang="es-CO" sz="1800">
                <a:solidFill>
                  <a:srgbClr val="F3F3F3"/>
                </a:solidFill>
              </a:rPr>
              <a:t>dará</a:t>
            </a:r>
            <a:r>
              <a:rPr lang="es-CO" sz="1800">
                <a:solidFill>
                  <a:srgbClr val="F3F3F3"/>
                </a:solidFill>
              </a:rPr>
              <a:t> algo como esto.</a:t>
            </a:r>
            <a:endParaRPr sz="1800">
              <a:solidFill>
                <a:srgbClr val="F3F3F3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09925"/>
            <a:ext cx="9143999" cy="319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/>
        </p:nvSpPr>
        <p:spPr>
          <a:xfrm>
            <a:off x="616475" y="2194050"/>
            <a:ext cx="80364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sp>
        <p:nvSpPr>
          <p:cNvPr id="148" name="Google Shape;148;p25"/>
          <p:cNvSpPr txBox="1"/>
          <p:nvPr/>
        </p:nvSpPr>
        <p:spPr>
          <a:xfrm>
            <a:off x="388650" y="338500"/>
            <a:ext cx="84879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rgbClr val="F3F3F3"/>
                </a:solidFill>
              </a:rPr>
              <a:t>Ahora veremos las </a:t>
            </a:r>
            <a:r>
              <a:rPr lang="es-CO" sz="1800">
                <a:solidFill>
                  <a:srgbClr val="F3F3F3"/>
                </a:solidFill>
              </a:rPr>
              <a:t>imágenes</a:t>
            </a:r>
            <a:r>
              <a:rPr lang="es-CO" sz="1800">
                <a:solidFill>
                  <a:srgbClr val="F3F3F3"/>
                </a:solidFill>
              </a:rPr>
              <a:t> descargadas en nuestra </a:t>
            </a:r>
            <a:r>
              <a:rPr lang="es-CO" sz="1800">
                <a:solidFill>
                  <a:srgbClr val="F3F3F3"/>
                </a:solidFill>
              </a:rPr>
              <a:t>máquina</a:t>
            </a:r>
            <a:r>
              <a:rPr lang="es-CO" sz="1800">
                <a:solidFill>
                  <a:srgbClr val="F3F3F3"/>
                </a:solidFill>
              </a:rPr>
              <a:t> local </a:t>
            </a:r>
            <a:r>
              <a:rPr lang="es-CO" sz="1800">
                <a:solidFill>
                  <a:srgbClr val="F3F3F3"/>
                </a:solidFill>
              </a:rPr>
              <a:t>así</a:t>
            </a:r>
            <a:r>
              <a:rPr lang="es-CO" sz="1800">
                <a:solidFill>
                  <a:srgbClr val="F3F3F3"/>
                </a:solidFill>
              </a:rPr>
              <a:t>:</a:t>
            </a:r>
            <a:endParaRPr sz="18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>
                <a:solidFill>
                  <a:srgbClr val="F3F3F3"/>
                </a:solidFill>
              </a:rPr>
              <a:t>cod</a:t>
            </a:r>
            <a:r>
              <a:rPr i="1" lang="es-CO">
                <a:solidFill>
                  <a:srgbClr val="F3F3F3"/>
                </a:solidFill>
              </a:rPr>
              <a:t>:</a:t>
            </a:r>
            <a:r>
              <a:rPr lang="es-CO">
                <a:solidFill>
                  <a:srgbClr val="F3F3F3"/>
                </a:solidFill>
              </a:rPr>
              <a:t> sudo docker images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>
                <a:solidFill>
                  <a:srgbClr val="F3F3F3"/>
                </a:solidFill>
              </a:rPr>
              <a:t>nos mostrara algo como esto: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75" y="1953250"/>
            <a:ext cx="842962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601800" y="3184525"/>
            <a:ext cx="18555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50750" y="3021525"/>
            <a:ext cx="8625900" cy="3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ahora correremos la imagen ubuntu de la siguiente manera:</a:t>
            </a:r>
            <a:br>
              <a:rPr lang="es-CO" sz="1800"/>
            </a:br>
            <a:br>
              <a:rPr lang="es-CO" sz="1800"/>
            </a:br>
            <a:r>
              <a:rPr i="1" lang="es-CO" sz="1800"/>
              <a:t>cod: </a:t>
            </a:r>
            <a:r>
              <a:rPr lang="es-CO" sz="1800"/>
              <a:t>sudo docker run </a:t>
            </a:r>
            <a:r>
              <a:rPr lang="es-CO" sz="1800">
                <a:solidFill>
                  <a:srgbClr val="FF0000"/>
                </a:solidFill>
              </a:rPr>
              <a:t>-it ubuntu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donde: </a:t>
            </a:r>
            <a:r>
              <a:rPr lang="es-CO" sz="1800">
                <a:solidFill>
                  <a:srgbClr val="FF0000"/>
                </a:solidFill>
              </a:rPr>
              <a:t>-it: </a:t>
            </a:r>
            <a:r>
              <a:rPr i="1" lang="es-CO" sz="1800"/>
              <a:t>i= iterativo lo que significa, es que se puede modificar el contenedor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t=tty terminal, osea que una vez que corra el contenedor podemos entrar.</a:t>
            </a:r>
            <a:br>
              <a:rPr i="1" lang="es-CO" sz="1800"/>
            </a:br>
            <a:br>
              <a:rPr i="1" lang="es-CO" sz="1800"/>
            </a:br>
            <a:r>
              <a:rPr lang="es-CO" sz="1800">
                <a:solidFill>
                  <a:srgbClr val="FF0000"/>
                </a:solidFill>
              </a:rPr>
              <a:t>ubuntu: </a:t>
            </a:r>
            <a:r>
              <a:rPr i="1" lang="es-CO" sz="1800"/>
              <a:t>le decimos el nombre de la imagen a correo.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a lo que nos va a dar algo asi. (este es el fin, ahora vamos con Mysql).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25" y="6231125"/>
            <a:ext cx="6374125" cy="4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616475" y="2194050"/>
            <a:ext cx="80364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/>
              <a:t>Introducción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En lo anterior instalamos contenedor en Ubuntu, </a:t>
            </a:r>
            <a:r>
              <a:rPr lang="es-CO" sz="1800"/>
              <a:t>ahora</a:t>
            </a:r>
            <a:r>
              <a:rPr lang="es-CO" sz="1800"/>
              <a:t> vamos a entrar en el contenedor y vamos a </a:t>
            </a:r>
            <a:r>
              <a:rPr lang="es-CO" sz="1800"/>
              <a:t>instalar</a:t>
            </a:r>
            <a:r>
              <a:rPr lang="es-CO" sz="1800"/>
              <a:t> un programa, el famoso MYSQL.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/>
              <a:t>Procedimientos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Antes de instalar MySql dentro de nuestros contenedores pero primero actualizamos nuestro repositorio para preparar la </a:t>
            </a:r>
            <a:r>
              <a:rPr lang="es-CO" sz="1800"/>
              <a:t>instalación.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cod:</a:t>
            </a:r>
            <a:r>
              <a:rPr lang="es-CO" sz="1800"/>
              <a:t> apt update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 </a:t>
            </a:r>
            <a:r>
              <a:rPr i="1" lang="es-CO"/>
              <a:t>nota: no usamos </a:t>
            </a:r>
            <a:r>
              <a:rPr b="1" i="1" lang="es-CO"/>
              <a:t>sudo </a:t>
            </a:r>
            <a:r>
              <a:rPr i="1" lang="es-CO"/>
              <a:t>porque dentro del contenedor ya somos root (usuarios raíz).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ahora instalamos MySql así: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cod: </a:t>
            </a:r>
            <a:r>
              <a:rPr lang="es-CO" sz="1800"/>
              <a:t>apt install mysql-server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  </a:t>
            </a:r>
            <a:endParaRPr sz="1800"/>
          </a:p>
        </p:txBody>
      </p:sp>
      <p:sp>
        <p:nvSpPr>
          <p:cNvPr id="158" name="Google Shape;158;p26"/>
          <p:cNvSpPr txBox="1"/>
          <p:nvPr/>
        </p:nvSpPr>
        <p:spPr>
          <a:xfrm>
            <a:off x="137900" y="320500"/>
            <a:ext cx="87513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800"/>
              <a:t>Docker, Instalación MySql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616475" y="2194050"/>
            <a:ext cx="80364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cod: </a:t>
            </a:r>
            <a:r>
              <a:rPr lang="es-CO" sz="1800"/>
              <a:t>service mysql start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el siguiente comando cambia algunas de las opciones predeterminadas menos seguras, para cosas como inicios de </a:t>
            </a:r>
            <a:r>
              <a:rPr lang="es-CO" sz="1800"/>
              <a:t>sesión</a:t>
            </a:r>
            <a:r>
              <a:rPr lang="es-CO" sz="1800"/>
              <a:t> de </a:t>
            </a:r>
            <a:r>
              <a:rPr lang="es-CO" sz="1800"/>
              <a:t>raíz</a:t>
            </a:r>
            <a:r>
              <a:rPr lang="es-CO" sz="1800"/>
              <a:t> remotos y usuarios de muestra.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cod: </a:t>
            </a:r>
            <a:r>
              <a:rPr lang="es-CO" sz="1800"/>
              <a:t>mysql_secure_installation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Verificamos que mysql </a:t>
            </a:r>
            <a:r>
              <a:rPr lang="es-CO" sz="1800"/>
              <a:t>está</a:t>
            </a:r>
            <a:r>
              <a:rPr lang="es-CO" sz="1800"/>
              <a:t> corriendo con el siguiente </a:t>
            </a:r>
            <a:r>
              <a:rPr lang="es-CO" sz="1800"/>
              <a:t>código</a:t>
            </a:r>
            <a:r>
              <a:rPr lang="es-CO" sz="1800"/>
              <a:t>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1800"/>
              <a:t>cod: </a:t>
            </a:r>
            <a:r>
              <a:rPr lang="es-CO" sz="1800"/>
              <a:t>service mysql status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Finalmente, para </a:t>
            </a:r>
            <a:r>
              <a:rPr lang="es-CO" sz="1800"/>
              <a:t>salir</a:t>
            </a:r>
            <a:r>
              <a:rPr lang="es-CO" sz="1800"/>
              <a:t> de nuestro contenedor solo debemos escribir asi:</a:t>
            </a:r>
            <a:br>
              <a:rPr lang="es-CO" sz="1800"/>
            </a:br>
            <a:br>
              <a:rPr lang="es-CO" sz="1800"/>
            </a:br>
            <a:r>
              <a:rPr i="1" lang="es-CO" sz="1800"/>
              <a:t>cod: </a:t>
            </a:r>
            <a:r>
              <a:rPr lang="es-CO" sz="1800"/>
              <a:t>exit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" name="Google Shape;164;p27"/>
          <p:cNvSpPr txBox="1"/>
          <p:nvPr/>
        </p:nvSpPr>
        <p:spPr>
          <a:xfrm>
            <a:off x="438800" y="401200"/>
            <a:ext cx="82140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>
                <a:solidFill>
                  <a:srgbClr val="F3F3F3"/>
                </a:solidFill>
              </a:rPr>
              <a:t>¡Ahora arranquemos el servicio!</a:t>
            </a:r>
            <a:endParaRPr sz="36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/>
        </p:nvSpPr>
        <p:spPr>
          <a:xfrm>
            <a:off x="616475" y="2194050"/>
            <a:ext cx="80364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  <p:sp>
        <p:nvSpPr>
          <p:cNvPr id="170" name="Google Shape;170;p28"/>
          <p:cNvSpPr txBox="1"/>
          <p:nvPr/>
        </p:nvSpPr>
        <p:spPr>
          <a:xfrm>
            <a:off x="714625" y="2194050"/>
            <a:ext cx="7710600" cy="4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800"/>
              <a:t>¡Ahora ya tienes MySql en tu linux!</a:t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Integrantes: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Johan Muñoz Molina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Juan Felipe Barrera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Hader Eldir Maya M.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28"/>
          <p:cNvSpPr txBox="1"/>
          <p:nvPr/>
        </p:nvSpPr>
        <p:spPr>
          <a:xfrm>
            <a:off x="3999450" y="5742175"/>
            <a:ext cx="46533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Fuentes: </a:t>
            </a:r>
            <a:r>
              <a:rPr lang="es-CO" sz="1100" u="sng">
                <a:solidFill>
                  <a:schemeClr val="hlink"/>
                </a:solidFill>
                <a:hlinkClick r:id="rId3"/>
              </a:rPr>
              <a:t>https://www.programadornovato.com/05-crear-un-contenedor-docker/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u="sng">
                <a:solidFill>
                  <a:schemeClr val="hlink"/>
                </a:solidFill>
                <a:hlinkClick r:id="rId4"/>
              </a:rPr>
              <a:t>https://www.programadornovato.com/06-docker-instalar-mysql/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1127578" y="5296746"/>
            <a:ext cx="60210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Calibri"/>
              <a:buNone/>
            </a:pPr>
            <a:r>
              <a:rPr b="1" i="0" lang="es-CO" sz="54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0" i="0" sz="5400" u="none" cap="none" strike="noStrik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 rotWithShape="1">
          <a:blip r:embed="rId4">
            <a:alphaModFix/>
          </a:blip>
          <a:srcRect b="17498" l="50002" r="-3745" t="11630"/>
          <a:stretch/>
        </p:blipFill>
        <p:spPr>
          <a:xfrm>
            <a:off x="1" y="0"/>
            <a:ext cx="3286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/>
        </p:nvSpPr>
        <p:spPr>
          <a:xfrm>
            <a:off x="175525" y="144975"/>
            <a:ext cx="72342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Hecho por:                                                                       ADSI 2026994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HADER ELDIR MAYA </a:t>
            </a:r>
            <a:r>
              <a:rPr b="1" lang="es-CO"/>
              <a:t>MUÑOZ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JUAN FELIPE BARRERA 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JOHAN MUÑOZ MOLINA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/>
              <a:t>                    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