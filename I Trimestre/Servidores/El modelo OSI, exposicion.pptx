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4" r:id="rId9"/>
    <p:sldId id="263" r:id="rId10"/>
    <p:sldId id="262" r:id="rId11"/>
    <p:sldId id="261" r:id="rId1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6" y="-7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riángulo isósceles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riángulo rectángulo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Triángulo isósceles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  <p:cxnSp>
        <p:nvCxnSpPr>
          <p:cNvPr id="11" name="10 Conector recto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riángulo rectángulo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7 Conector recto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B424EB4F-CF9E-4C70-A2FF-415006ADFD66}" type="datetimeFigureOut">
              <a:rPr lang="es-ES" smtClean="0"/>
              <a:t>27/03/2020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2BF55BC7-EA7A-4EB3-9069-789EC2D2B78F}" type="slidenum">
              <a:rPr lang="es-ES" smtClean="0"/>
              <a:t>‹Nº›</a:t>
            </a:fld>
            <a:endParaRPr lang="es-E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El modelo OSI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4059040"/>
          </a:xfrm>
        </p:spPr>
        <p:txBody>
          <a:bodyPr>
            <a:normAutofit fontScale="92500" lnSpcReduction="10000"/>
          </a:bodyPr>
          <a:lstStyle/>
          <a:p>
            <a:r>
              <a:rPr lang="es-ES" dirty="0" smtClean="0"/>
              <a:t>por: </a:t>
            </a:r>
            <a:r>
              <a:rPr lang="es-ES" b="1" dirty="0" err="1"/>
              <a:t>Hader</a:t>
            </a:r>
            <a:r>
              <a:rPr lang="es-ES" b="1" dirty="0"/>
              <a:t> </a:t>
            </a:r>
            <a:r>
              <a:rPr lang="es-ES" b="1" dirty="0" err="1"/>
              <a:t>Eldir</a:t>
            </a:r>
            <a:r>
              <a:rPr lang="es-ES" b="1" dirty="0"/>
              <a:t> Maya Muñoz /</a:t>
            </a:r>
            <a:r>
              <a:rPr lang="es-ES" b="1" dirty="0" err="1"/>
              <a:t>c,c</a:t>
            </a:r>
            <a:r>
              <a:rPr lang="es-ES" b="1" dirty="0"/>
              <a:t> </a:t>
            </a:r>
            <a:r>
              <a:rPr lang="es-ES" b="1" dirty="0" smtClean="0"/>
              <a:t>1152219511</a:t>
            </a:r>
          </a:p>
          <a:p>
            <a:endParaRPr lang="es-ES" b="1" dirty="0" smtClean="0"/>
          </a:p>
          <a:p>
            <a:r>
              <a:rPr lang="es-ES" b="1" dirty="0" smtClean="0"/>
              <a:t>Ismael </a:t>
            </a:r>
            <a:r>
              <a:rPr lang="es-ES" b="1" dirty="0"/>
              <a:t>Segundo Cuello </a:t>
            </a:r>
            <a:r>
              <a:rPr lang="es-ES" b="1" dirty="0" err="1"/>
              <a:t>Hernandez</a:t>
            </a:r>
            <a:r>
              <a:rPr lang="es-ES" b="1" dirty="0"/>
              <a:t> / T.I </a:t>
            </a:r>
            <a:r>
              <a:rPr lang="es-ES" b="1" dirty="0" smtClean="0"/>
              <a:t>1003178072</a:t>
            </a:r>
          </a:p>
          <a:p>
            <a:endParaRPr lang="es-ES" b="1" dirty="0"/>
          </a:p>
          <a:p>
            <a:r>
              <a:rPr lang="es-ES" dirty="0"/>
              <a:t>Ficha: 2026994</a:t>
            </a:r>
          </a:p>
          <a:p>
            <a:endParaRPr lang="es-ES" dirty="0"/>
          </a:p>
          <a:p>
            <a:r>
              <a:rPr lang="es-ES" dirty="0" smtClean="0"/>
              <a:t/>
            </a:r>
            <a:br>
              <a:rPr lang="es-ES" dirty="0" smtClean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451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Para comenzar un poco de historia, y definamos ¿qué es red?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4275064"/>
          </a:xfrm>
        </p:spPr>
        <p:txBody>
          <a:bodyPr>
            <a:normAutofit lnSpcReduction="10000"/>
          </a:bodyPr>
          <a:lstStyle/>
          <a:p>
            <a:r>
              <a:rPr lang="es-ES" dirty="0" smtClean="0"/>
              <a:t>Para poder entender el modelo OSI primero definamos que es una red.</a:t>
            </a:r>
          </a:p>
          <a:p>
            <a:endParaRPr lang="es-ES" dirty="0"/>
          </a:p>
          <a:p>
            <a:r>
              <a:rPr lang="es-ES" dirty="0" smtClean="0"/>
              <a:t>La red (o la internet) es la manera en como tienen las computadoras, y otros dispositivos de intercomunicarse mediante cables/redes inalámbricas. Su objetivo es tener la capacidad de compartir recursos, que facilitan las tareas de usuarios día a día.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2044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Un poco de historia…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4203056"/>
          </a:xfrm>
        </p:spPr>
        <p:txBody>
          <a:bodyPr>
            <a:normAutofit fontScale="77500" lnSpcReduction="20000"/>
          </a:bodyPr>
          <a:lstStyle/>
          <a:p>
            <a:r>
              <a:rPr lang="es-ES" dirty="0" smtClean="0"/>
              <a:t>Alrededor de los años 80´s las redes estaban creciendo sin control. Cada empresa (que vendía equipos) tenían su propio método de comunicación entre computadoras. Esto por la competencia para asegurar ventas. </a:t>
            </a:r>
          </a:p>
          <a:p>
            <a:endParaRPr lang="es-ES" dirty="0"/>
          </a:p>
          <a:p>
            <a:r>
              <a:rPr lang="es-ES" dirty="0" smtClean="0"/>
              <a:t>Pero cuando las empresas necesitaron comunicarse entre si, hubo que poner control, ahí entro la ISO, creando el modelo. Diciéndole a las empresas que debían utilizar este idioma para comunicarse, antes de esto la comunicación entre computadoras era exclusivo.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179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¿Cómo funciona?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4059040"/>
          </a:xfrm>
        </p:spPr>
        <p:txBody>
          <a:bodyPr/>
          <a:lstStyle/>
          <a:p>
            <a:r>
              <a:rPr lang="es-ES" dirty="0" smtClean="0"/>
              <a:t>Antes de explicar cada capa, debemos aclarar que el sistema funciona en degradación cuando la petición que hace el usuario sale de su computadora, y en descenso cuando llega a la suya.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73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Aplicación (7)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3554984"/>
          </a:xfrm>
        </p:spPr>
        <p:txBody>
          <a:bodyPr>
            <a:normAutofit/>
          </a:bodyPr>
          <a:lstStyle/>
          <a:p>
            <a:r>
              <a:rPr lang="es-ES" dirty="0" smtClean="0"/>
              <a:t>Es la app o interfaz que hace interacción entre capaz.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Por ejemplo, cuando usas </a:t>
            </a:r>
            <a:r>
              <a:rPr lang="es-ES" dirty="0" err="1" smtClean="0"/>
              <a:t>Whatsapp</a:t>
            </a:r>
            <a:r>
              <a:rPr lang="es-ES" dirty="0" smtClean="0"/>
              <a:t> para enviar mensajes están utilizando una interfaz.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786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Presentación (6)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9552" y="2276872"/>
            <a:ext cx="8062912" cy="3600400"/>
          </a:xfrm>
        </p:spPr>
        <p:txBody>
          <a:bodyPr>
            <a:normAutofit lnSpcReduction="10000"/>
          </a:bodyPr>
          <a:lstStyle/>
          <a:p>
            <a:r>
              <a:rPr lang="es-ES" dirty="0" smtClean="0"/>
              <a:t>Es la capa que se encarga de traducir el formato que estas enviando o estas recibiendo para que puedas entenderlo.</a:t>
            </a:r>
          </a:p>
          <a:p>
            <a:endParaRPr lang="es-ES" dirty="0"/>
          </a:p>
          <a:p>
            <a:r>
              <a:rPr lang="es-ES" dirty="0" smtClean="0"/>
              <a:t>No solo formato de texto, también formato de datos y estructura de datos(Videos, archivos, música, imágenes, etc.)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108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Sesión (5)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4131048"/>
          </a:xfrm>
        </p:spPr>
        <p:txBody>
          <a:bodyPr/>
          <a:lstStyle/>
          <a:p>
            <a:r>
              <a:rPr lang="es-ES" dirty="0" smtClean="0"/>
              <a:t>Es la que hace la comunicación entre equipos (HOST).</a:t>
            </a:r>
          </a:p>
          <a:p>
            <a:endParaRPr lang="es-ES" dirty="0"/>
          </a:p>
          <a:p>
            <a:r>
              <a:rPr lang="es-ES" dirty="0" smtClean="0"/>
              <a:t>Cuando solicitas un archivo o haces una acción esta capa es la que autoriza la entrada de tu computadora a la computadora (o servidor) que tiene lo que deseas.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015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Transporte (4)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4203056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Es la capa que se encarga de segmentar (de dividir) los archivos que deseas recibir (por ejemplo, si deseas descargar una imagen y pesa 3 MB la capa transporte se encarga de dividir en paquetes pequeños, y pone etiquetas TCP, esto es por si se pierde un paquete este protocolo se encargue de detectarlo y recuperarlo, para así reenviarlo al receptor.)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415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RED (3)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3699000"/>
          </a:xfrm>
        </p:spPr>
        <p:txBody>
          <a:bodyPr/>
          <a:lstStyle/>
          <a:p>
            <a:r>
              <a:rPr lang="es-ES" dirty="0" smtClean="0"/>
              <a:t>Se encarga de determinar la mejor ruta de envió de datos, para que llegue al otro dispositivo (ósea capa de direccionamiento.)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302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Enlace de datos (2)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4059040"/>
          </a:xfrm>
        </p:spPr>
        <p:txBody>
          <a:bodyPr>
            <a:normAutofit/>
          </a:bodyPr>
          <a:lstStyle/>
          <a:p>
            <a:r>
              <a:rPr lang="es-ES" dirty="0" smtClean="0"/>
              <a:t>Esta capa toma todos los datos que envías y la traduce a información binaria (unos y ceros), para que tu computadora la entienda y se pueda enviar por internet.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68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Física (1)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3771008"/>
          </a:xfrm>
        </p:spPr>
        <p:txBody>
          <a:bodyPr/>
          <a:lstStyle/>
          <a:p>
            <a:r>
              <a:rPr lang="es-ES" dirty="0" smtClean="0"/>
              <a:t>Se encarga de transmitir la información binaria (La internet básicamente, aunque esta no sea tangible)</a:t>
            </a:r>
          </a:p>
          <a:p>
            <a:endParaRPr lang="es-ES" dirty="0"/>
          </a:p>
          <a:p>
            <a:r>
              <a:rPr lang="es-ES" smtClean="0"/>
              <a:t>Y eso es todo.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175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ío">
  <a:themeElements>
    <a:clrScheme name="Brío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Brí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río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190</TotalTime>
  <Words>495</Words>
  <Application>Microsoft Office PowerPoint</Application>
  <PresentationFormat>Presentación en pantalla (4:3)</PresentationFormat>
  <Paragraphs>38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Brío</vt:lpstr>
      <vt:lpstr>El modelo OSI</vt:lpstr>
      <vt:lpstr>Para comenzar un poco de historia, y definamos ¿qué es red?</vt:lpstr>
      <vt:lpstr>Un poco de historia…</vt:lpstr>
      <vt:lpstr>¿Cómo funciona?</vt:lpstr>
      <vt:lpstr>Aplicación (7)</vt:lpstr>
      <vt:lpstr>Presentación (6)</vt:lpstr>
      <vt:lpstr>Sesión (5)</vt:lpstr>
      <vt:lpstr>Transporte (4)</vt:lpstr>
      <vt:lpstr>RED (3)</vt:lpstr>
      <vt:lpstr>Enlace de datos (2)</vt:lpstr>
      <vt:lpstr>Física (1)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modelo OSI</dc:title>
  <dc:creator>HADER</dc:creator>
  <cp:lastModifiedBy>HADER</cp:lastModifiedBy>
  <cp:revision>6</cp:revision>
  <dcterms:created xsi:type="dcterms:W3CDTF">2020-03-28T02:18:16Z</dcterms:created>
  <dcterms:modified xsi:type="dcterms:W3CDTF">2020-03-28T05:28:50Z</dcterms:modified>
</cp:coreProperties>
</file>